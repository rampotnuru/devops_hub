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BM Plex Sans"/>
      <p:regular r:id="rId11"/>
      <p:bold r:id="rId12"/>
      <p:italic r:id="rId13"/>
      <p:boldItalic r:id="rId14"/>
    </p:embeddedFont>
    <p:embeddedFont>
      <p:font typeface="Sora SemiBold"/>
      <p:regular r:id="rId15"/>
      <p:bold r:id="rId16"/>
    </p:embeddedFont>
    <p:embeddedFont>
      <p:font typeface="IBM Plex Sans Medium"/>
      <p:regular r:id="rId17"/>
      <p:bold r:id="rId18"/>
      <p:italic r:id="rId19"/>
      <p:boldItalic r:id="rId20"/>
    </p:embeddedFont>
    <p:embeddedFont>
      <p:font typeface="Sora Light"/>
      <p:regular r:id="rId21"/>
      <p:bold r:id="rId22"/>
    </p:embeddedFont>
    <p:embeddedFont>
      <p:font typeface="Sora ExtraLight"/>
      <p:regular r:id="rId23"/>
      <p:bold r:id="rId24"/>
    </p:embeddedFont>
    <p:embeddedFont>
      <p:font typeface="Sora"/>
      <p:regular r:id="rId25"/>
      <p:bold r:id="rId26"/>
    </p:embeddedFont>
    <p:embeddedFont>
      <p:font typeface="Sora Medium"/>
      <p:regular r:id="rId27"/>
      <p:bold r:id="rId28"/>
    </p:embeddedFont>
    <p:embeddedFont>
      <p:font typeface="IBM Plex Sa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italic.fntdata"/><Relationship Id="rId30" Type="http://schemas.openxmlformats.org/officeDocument/2006/relationships/font" Target="fonts/IBMPlexSansSemiBold-bold.fntdata"/><Relationship Id="rId32" Type="http://schemas.openxmlformats.org/officeDocument/2006/relationships/font" Target="fonts/IBMPlexSansSemiBold-boldItalic.fntdata"/><Relationship Id="rId20" Type="http://schemas.openxmlformats.org/officeDocument/2006/relationships/font" Target="fonts/IBMPlexSansMedium-boldItalic.fntdata"/><Relationship Id="rId22" Type="http://schemas.openxmlformats.org/officeDocument/2006/relationships/font" Target="fonts/SoraLight-bold.fntdata"/><Relationship Id="rId21" Type="http://schemas.openxmlformats.org/officeDocument/2006/relationships/font" Target="fonts/SoraLight-regular.fntdata"/><Relationship Id="rId24" Type="http://schemas.openxmlformats.org/officeDocument/2006/relationships/font" Target="fonts/SoraExtraLight-bold.fntdata"/><Relationship Id="rId23" Type="http://schemas.openxmlformats.org/officeDocument/2006/relationships/font" Target="fonts/SoraExtraLight-regular.fntdata"/><Relationship Id="rId26" Type="http://schemas.openxmlformats.org/officeDocument/2006/relationships/font" Target="fonts/Sora-bold.fntdata"/><Relationship Id="rId25" Type="http://schemas.openxmlformats.org/officeDocument/2006/relationships/font" Target="fonts/Sora-regular.fntdata"/><Relationship Id="rId28" Type="http://schemas.openxmlformats.org/officeDocument/2006/relationships/font" Target="fonts/SoraMedium-bold.fntdata"/><Relationship Id="rId27" Type="http://schemas.openxmlformats.org/officeDocument/2006/relationships/font" Target="fonts/SoraMedium-regular.fntdata"/><Relationship Id="rId29" Type="http://schemas.openxmlformats.org/officeDocument/2006/relationships/font" Target="fonts/IBMPlexSansSemiBold-regular.fntdata"/><Relationship Id="rId11" Type="http://schemas.openxmlformats.org/officeDocument/2006/relationships/font" Target="fonts/IBMPlexSans-regular.fntdata"/><Relationship Id="rId10" Type="http://schemas.openxmlformats.org/officeDocument/2006/relationships/slide" Target="slides/slide5.xml"/><Relationship Id="rId13" Type="http://schemas.openxmlformats.org/officeDocument/2006/relationships/font" Target="fonts/IBMPlexSans-italic.fntdata"/><Relationship Id="rId12" Type="http://schemas.openxmlformats.org/officeDocument/2006/relationships/font" Target="fonts/IBMPlexSans-bold.fntdata"/><Relationship Id="rId15" Type="http://schemas.openxmlformats.org/officeDocument/2006/relationships/font" Target="fonts/SoraSemiBold-regular.fntdata"/><Relationship Id="rId14" Type="http://schemas.openxmlformats.org/officeDocument/2006/relationships/font" Target="fonts/IBMPlexSans-boldItalic.fntdata"/><Relationship Id="rId17" Type="http://schemas.openxmlformats.org/officeDocument/2006/relationships/font" Target="fonts/IBMPlexSansMedium-regular.fntdata"/><Relationship Id="rId16" Type="http://schemas.openxmlformats.org/officeDocument/2006/relationships/font" Target="fonts/SoraSemiBold-bold.fntdata"/><Relationship Id="rId19" Type="http://schemas.openxmlformats.org/officeDocument/2006/relationships/font" Target="fonts/IBMPlexSansMedium-italic.fntdata"/><Relationship Id="rId18" Type="http://schemas.openxmlformats.org/officeDocument/2006/relationships/font" Target="fonts/IBMPlex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98dc498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f98dc498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f98dc49877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f98dc49877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f98dc49877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f98dc49877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f98dc49877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f98dc49877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98dc49877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f98dc49877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339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Techie Horizon -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Day 41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-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Task 21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07/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Aug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/ 2026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AWS Architecture</a:t>
            </a:r>
            <a:endParaRPr sz="4200"/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EAD1DC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Devops engineer POV(e-Commerce Application)</a:t>
            </a:r>
            <a:endParaRPr sz="1700">
              <a:solidFill>
                <a:srgbClr val="EAD1DC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52" title="Cloud Architecture PART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562" y="168275"/>
            <a:ext cx="7206876" cy="4806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53" title="Cloud Architecture PART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888" y="188000"/>
            <a:ext cx="7604224" cy="4767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906" name="Google Shape;906;p5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discuss any doubts or concerns.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5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